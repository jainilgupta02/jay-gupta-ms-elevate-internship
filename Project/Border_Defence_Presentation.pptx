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83" r:id="rId25"/>
    <p:sldId id="277" r:id="rId26"/>
    <p:sldId id="284" r:id="rId27"/>
    <p:sldId id="278" r:id="rId28"/>
    <p:sldId id="285" r:id="rId29"/>
    <p:sldId id="286" r:id="rId30"/>
    <p:sldId id="27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Jainil Gupta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- 220670132018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Chintan Rana</a:t>
            </a: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Information &amp; Communication 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SAL Institute of Technology and Engineering Research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610360" cy="1205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CF9136-C33B-113A-7354-B7F5610D6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124" y="-125730"/>
            <a:ext cx="1714500" cy="17145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D9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Jainil Gupta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Email: Jainilgupta93@outlook.com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636805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GitHub: https://github.com/jainilgupta02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LinkedIn: https://linkedin.com/in/jainilgupta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SAL Institute of Technology and Engineering Research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Microsoft Elevate Internship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2582</Words>
  <Application>Microsoft Office PowerPoint</Application>
  <PresentationFormat>On-screen Show (16:9)</PresentationFormat>
  <Paragraphs>497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Jainil Gupta</cp:lastModifiedBy>
  <cp:revision>12</cp:revision>
  <dcterms:created xsi:type="dcterms:W3CDTF">2026-02-06T17:39:37Z</dcterms:created>
  <dcterms:modified xsi:type="dcterms:W3CDTF">2026-03-06T11:03:28Z</dcterms:modified>
</cp:coreProperties>
</file>